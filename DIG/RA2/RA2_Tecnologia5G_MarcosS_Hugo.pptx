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BE217-D9FC-40B5-BD89-3D028922E1F7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5D33C-F2B7-4CDD-B9E1-EA8466B848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434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5D33C-F2B7-4CDD-B9E1-EA8466B8483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0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35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3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804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33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326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35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414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64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736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297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76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27589-C5C0-4F87-92FA-4B20C1DA0A39}" type="datetimeFigureOut">
              <a:rPr lang="es-ES" smtClean="0"/>
              <a:t>26/10/2025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D0598-FDC1-4368-AD8A-B64615BB2F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341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0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2" y="0"/>
            <a:ext cx="12049195" cy="685800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5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6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9" y="0"/>
            <a:ext cx="12084581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8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4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6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7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8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57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4" y="6534150"/>
            <a:ext cx="11906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054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Panorámica</PresentationFormat>
  <Paragraphs>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</dc:creator>
  <cp:lastModifiedBy>Fran</cp:lastModifiedBy>
  <cp:revision>2</cp:revision>
  <dcterms:created xsi:type="dcterms:W3CDTF">2025-10-26T12:14:37Z</dcterms:created>
  <dcterms:modified xsi:type="dcterms:W3CDTF">2025-10-26T17:21:21Z</dcterms:modified>
</cp:coreProperties>
</file>